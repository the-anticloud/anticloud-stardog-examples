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STARDOG_EXAMPLES | Category: PHILOSOPHY_SEMANTICS</a:t>
            </a:r>
          </a:p>
          <a:p>
            <a:r>
              <a:rPr sz="1400"/>
              <a:t>Upstream: https://github.com/stardog-union/stardog-examples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STARDOG_EXAMPLES.</a:t>
            </a:r>
          </a:p>
          <a:p>
            <a:r>
              <a:rPr sz="1400"/>
              <a:t>Knowledge graph examples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STARDOG_EXAMPLES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